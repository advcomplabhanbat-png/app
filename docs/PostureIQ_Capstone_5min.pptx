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HANBAT CAPSTONE DESIGN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PostureIQ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잘못된 자세 — 스마트 인솔 기반 자세 분석 시스템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Insole Posture Analysis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371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PostureIQ 팀 · 발표자: 이민제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5720" cy="2743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945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불균형의 일상화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880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센서 기반 자세 분석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566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+ 소프트웨어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904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 + 기대 효과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251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프로토콜과 활용 시나리오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CORE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속 자세 불균형,
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이제는 </a:t>
            </a:r>
            <a:pPr indent="0" marL="0">
              <a:buNone/>
            </a:pPr>
            <a:r>
              <a:rPr lang="en-US" sz="3400" b="1" dirty="0">
                <a:solidFill>
                  <a:srgbClr val="00BC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측정해야 할 때</a:t>
            </a:r>
            <a:pPr indent="0" marL="0">
              <a:buNone/>
            </a:pPr>
            <a:r>
              <a:rPr lang="en-US" sz="3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짝다리·다리꼬기·좌식 업무로 인한 자세 불균형의 일상화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근골격계 유병률 증가 → 자세 교정 수요 폭증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측정은 여전히 "병원에 가야만 가능"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0" y="2331720"/>
            <a:ext cx="3291840" cy="20116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2331720"/>
            <a:ext cx="73152" cy="2011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321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623560" y="2834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평소 자세이지만,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자세를 측정할 도구가 없다.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안에서, 매일, 자동으로.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37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828800"/>
            <a:ext cx="26517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내 4개 압력 센서가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뒤꿈치·아치·발볼·발가락의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수직·전단 응력을 10Hz로 측정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37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828800"/>
            <a:ext cx="26517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신발끈에 부착된 소형 보드가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블루투스(BLE)로 데이터를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앱에 실시간 전송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37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828800"/>
            <a:ext cx="26517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좌·우 밸런스, 족저압 분포,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안정도를 시각화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AI 기반 인사이트 제공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HARDWARE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구성.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2377440" cy="27432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2194560"/>
            <a:ext cx="329184" cy="32918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발가락 (Toe)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21408" y="2788920"/>
            <a:ext cx="329184" cy="32918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807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발볼 (Ball)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1408" y="3520440"/>
            <a:ext cx="329184" cy="32918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(Arch)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4160520"/>
            <a:ext cx="329184" cy="32918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4178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(Heel)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좌·우 인솔 동일 구조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1691640"/>
            <a:ext cx="34747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691640"/>
            <a:ext cx="73152" cy="1325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내부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 센서 × 4 (FSR / Velostat)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자기장 센서 (자세 보정)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3154680"/>
            <a:ext cx="34747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154680"/>
            <a:ext cx="73152" cy="13258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클립 (신발끈 부착)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 BLE 모듈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 폴리머 배터리 + 충전 단자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4553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BC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외부 노출 최소화 · 일상 착용성 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MOBILE APPLICATION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화면 구성.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4 페이지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120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서브 페이지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2057400"/>
            <a:ext cx="329184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종합 분석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📡  Live (실시간)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12080" y="2560320"/>
            <a:ext cx="329184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 정밀 분석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 Reports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2080" y="3063240"/>
            <a:ext cx="329184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🏥  전문 분석 리포트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 Device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639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12080" y="3566160"/>
            <a:ext cx="329184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기기/프로필 설정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EA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297680"/>
            <a:ext cx="73152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70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백엔드 + Capacitor 안드로이드 앱  ·  HTML 한 벌로 웹/모바일 동시 배포  ·  postureiq-ac33.onrender.com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REAL-TIME DATA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데이터 흐름.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7830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7E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7572" y="2103120"/>
            <a:ext cx="402336" cy="40233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4센서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ADC 0~1023, 10Hz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9424" y="25603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404872" y="1920240"/>
            <a:ext cx="17830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7E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5244" y="2103120"/>
            <a:ext cx="402336" cy="40233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5244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96312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 BLE 보드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96312" y="2971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GATT pressure_data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bytes / 100ms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97096" y="25603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352544" y="1920240"/>
            <a:ext cx="17830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7E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42916" y="2103120"/>
            <a:ext cx="402336" cy="40233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291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43984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43984" y="2971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좌·우 합산 → 밸런스 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슬라이딩 윈도우 차트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25603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300216" y="1920240"/>
            <a:ext cx="17830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7E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0588" y="2103120"/>
            <a:ext cx="402336" cy="40233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058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91656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+ 알림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91656" y="2971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불균형 15% 이상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지속 → 푸시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A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416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프로토콜 사양서(docs/ble-protocol.md)를 통해 펌웨어 팀원과 앱이 공통 인터페이스 참조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Mock 데이터 소스로 펌웨어 없이도 UI 동작 검증 완료 — 시연: postureiq-ac33.onrender.com/live.html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WHY POSTUREIQ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PostureIQ인가.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측정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웨어러블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PostureIQ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C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시간·장소 제약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6C00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9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일상 측정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C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 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9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최소화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C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피드백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9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즉시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C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누적/분석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6C00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DB +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2651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1148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28016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4416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자가 점검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4023360"/>
            <a:ext cx="2651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41148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06908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운동선수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69080" y="4416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밸런스 트레이닝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4023360"/>
            <a:ext cx="2651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41148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85800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 환자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4416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보조기구로 확장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POSTUREIQ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3E5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신발이 알려주는 나의 자세.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1371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postureiq-ac33.onrender.com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github.com/advcomplabhanbat-png/app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4160520"/>
            <a:ext cx="2468880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PostureIQ Capstone</dc:title>
  <dc:subject>PptxGenJS Presentation</dc:subject>
  <dc:creator>PostureIQ Team</dc:creator>
  <cp:lastModifiedBy>PostureIQ Team</cp:lastModifiedBy>
  <cp:revision>1</cp:revision>
  <dcterms:created xsi:type="dcterms:W3CDTF">2026-05-17T09:05:54Z</dcterms:created>
  <dcterms:modified xsi:type="dcterms:W3CDTF">2026-05-17T09:05:54Z</dcterms:modified>
</cp:coreProperties>
</file>